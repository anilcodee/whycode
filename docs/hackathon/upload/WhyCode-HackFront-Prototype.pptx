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2d0761933a4565" /><Relationship Type="http://schemas.openxmlformats.org/officeDocument/2006/relationships/extended-properties" Target="/docProps/app.xml" Id="R4a58841bc2814554" /><Relationship Type="http://schemas.openxmlformats.org/officeDocument/2006/relationships/officeDocument" Target="/ppt/presentation.xml" Id="R47158b6584464f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90339f6afb4c13"/>
  </p:sldMasterIdLst>
  <p:notesMasterIdLst>
    <p:notesMasterId xmlns:r="http://schemas.openxmlformats.org/officeDocument/2006/relationships" r:id="R61684fa458304b63"/>
  </p:notesMasterIdLst>
  <p:sldIdLst>
    <p:sldId xmlns:r="http://schemas.openxmlformats.org/officeDocument/2006/relationships" id="256" r:id="Raa0556e872cc4005"/>
    <p:sldId xmlns:r="http://schemas.openxmlformats.org/officeDocument/2006/relationships" id="257" r:id="Rbd70913b17724f59"/>
    <p:sldId xmlns:r="http://schemas.openxmlformats.org/officeDocument/2006/relationships" id="258" r:id="R490bb5f65f534ace"/>
    <p:sldId xmlns:r="http://schemas.openxmlformats.org/officeDocument/2006/relationships" id="259" r:id="Rfc18c81463154184"/>
    <p:sldId xmlns:r="http://schemas.openxmlformats.org/officeDocument/2006/relationships" id="260" r:id="Raece08b6369045bc"/>
    <p:sldId xmlns:r="http://schemas.openxmlformats.org/officeDocument/2006/relationships" id="261" r:id="R40d7c03b8cdb489a"/>
    <p:sldId xmlns:r="http://schemas.openxmlformats.org/officeDocument/2006/relationships" id="262" r:id="Rcd51160e5fd945bf"/>
    <p:sldId xmlns:r="http://schemas.openxmlformats.org/officeDocument/2006/relationships" id="263" r:id="R4fe1891e3a724757"/>
    <p:sldId xmlns:r="http://schemas.openxmlformats.org/officeDocument/2006/relationships" id="264" r:id="R886544a0525d48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bd4d49f1244758" /><Relationship Type="http://schemas.openxmlformats.org/officeDocument/2006/relationships/slideMaster" Target="/ppt/slideMasters/slideMaster1.xml" Id="Rfe90339f6afb4c13" /><Relationship Type="http://schemas.openxmlformats.org/officeDocument/2006/relationships/notesMaster" Target="/ppt/notesMasters/notesMaster1.xml" Id="R61684fa458304b63" /><Relationship Type="http://schemas.openxmlformats.org/officeDocument/2006/relationships/presProps" Target="/ppt/presProps.xml" Id="R923401d8d1e04640" /><Relationship Type="http://schemas.openxmlformats.org/officeDocument/2006/relationships/tableStyles" Target="/ppt/tableStyles.xml" Id="R1c4bf2e964aa466d" /><Relationship Type="http://schemas.openxmlformats.org/officeDocument/2006/relationships/slide" Target="/ppt/slides/slide1.xml" Id="Raa0556e872cc4005" /><Relationship Type="http://schemas.openxmlformats.org/officeDocument/2006/relationships/slide" Target="/ppt/slides/slide2.xml" Id="Rbd70913b17724f59" /><Relationship Type="http://schemas.openxmlformats.org/officeDocument/2006/relationships/slide" Target="/ppt/slides/slide3.xml" Id="R490bb5f65f534ace" /><Relationship Type="http://schemas.openxmlformats.org/officeDocument/2006/relationships/slide" Target="/ppt/slides/slide4.xml" Id="Rfc18c81463154184" /><Relationship Type="http://schemas.openxmlformats.org/officeDocument/2006/relationships/slide" Target="/ppt/slides/slide5.xml" Id="Raece08b6369045bc" /><Relationship Type="http://schemas.openxmlformats.org/officeDocument/2006/relationships/slide" Target="/ppt/slides/slide6.xml" Id="R40d7c03b8cdb489a" /><Relationship Type="http://schemas.openxmlformats.org/officeDocument/2006/relationships/slide" Target="/ppt/slides/slide7.xml" Id="Rcd51160e5fd945bf" /><Relationship Type="http://schemas.openxmlformats.org/officeDocument/2006/relationships/slide" Target="/ppt/slides/slide8.xml" Id="R4fe1891e3a724757" /><Relationship Type="http://schemas.openxmlformats.org/officeDocument/2006/relationships/slide" Target="/ppt/slides/slide9.xml" Id="R886544a0525d48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fc8310eca145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432ce9d234575" /><Relationship Type="http://schemas.openxmlformats.org/officeDocument/2006/relationships/notesMaster" Target="/ppt/notesMasters/notesMaster1.xml" Id="R5ee7e48185e044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cfb5a5ee58400c" /><Relationship Type="http://schemas.openxmlformats.org/officeDocument/2006/relationships/notesMaster" Target="/ppt/notesMasters/notesMaster1.xml" Id="Rebacd83c253b41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653ba6dd3b4364" /><Relationship Type="http://schemas.openxmlformats.org/officeDocument/2006/relationships/notesMaster" Target="/ppt/notesMasters/notesMaster1.xml" Id="R4807c27df0e3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45f16414074f03" /><Relationship Type="http://schemas.openxmlformats.org/officeDocument/2006/relationships/notesMaster" Target="/ppt/notesMasters/notesMaster1.xml" Id="Rfb7665eb37dc45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a2009f462b4f85" /><Relationship Type="http://schemas.openxmlformats.org/officeDocument/2006/relationships/notesMaster" Target="/ppt/notesMasters/notesMaster1.xml" Id="R6916c5700ae34d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a6878abba94e04" /><Relationship Type="http://schemas.openxmlformats.org/officeDocument/2006/relationships/notesMaster" Target="/ppt/notesMasters/notesMaster1.xml" Id="R83bdb72033074a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ccddac71f742fe" /><Relationship Type="http://schemas.openxmlformats.org/officeDocument/2006/relationships/notesMaster" Target="/ppt/notesMasters/notesMaster1.xml" Id="R1580f5ad56a14c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e577bc63c4456d" /><Relationship Type="http://schemas.openxmlformats.org/officeDocument/2006/relationships/notesMaster" Target="/ppt/notesMasters/notesMaster1.xml" Id="R9c8336a4b0424f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7b01c1a0f54986" /><Relationship Type="http://schemas.openxmlformats.org/officeDocument/2006/relationships/notesMaster" Target="/ppt/notesMasters/notesMaster1.xml" Id="Red128aec6d45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theme: AI and Developer Tools. Selected problem: Why The Code Is Like This. Live: https://whycode-76qv.onrender.com ; source: https://github.com/Anilcodee/whycode . Branding asset: repository docs/WhyCode-GitHub-App-Logo.png.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from the project README. No measured productivity statistics or customer research claims are made. Historical intent may not be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prototype screenshot: docs/whycode-workspace-ready.jpg. Source: README user journey and coverage limits. Current source is pinned to a revision; not every file, branch or commit is indexed.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prototype screenshot: docs/whycode-answer-reading-panel.jpg. It demonstrates an authored README change, not recovery of undocumented architectural intent. Model output should be checked against original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prototype screenshot: docs/whycode-readable-relationship-labels.jpg. Repository graph is a navigable representation of indexed context, not a complete program dependency 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apps/api/src/services/question-service.ts and claim-validation domain code. Model review is not independent human validation. No accuracy benchmark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 architecture, runtime configuration and source. SerpAPI adds optional public web context in a secondary lane. Private source snapshots are isolated from public Neo4j 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verification (73 API + 36 frontend), qa-audit/FIX-REPORT.md and runtime integration scripts. Counts refer to the prior documented run, not a new test execution for this presentation. Deletion removes relevant saved work, not GitHub content or every public index. Private excerpts can go to the model after explicit consent.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steps: labeled evidence-quality evaluation, measured developer task study, production email delivery, hosted acceptance/load testing, monitoring and restore checks. Sources: project README, docs/hackathon/submission-copy.md, Render deployment log supplied by user. No independent security certification or measured time savings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6b71ffd4f4b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750c288e744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d830fdffb40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8c881970d49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041e1f5a541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e1480888146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B249AA-46CE-49C8-B28C-9F79C17E0C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6235F5-E997-470D-AB5F-3C67B98648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10E532-725C-4FB2-91E7-22C773A5CB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194953-16FC-4B67-A752-7BBF8CBE24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C80427-823D-4112-BFBA-78345A9A87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3F6B59-794F-4FD4-B629-DC6FF30BA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B77CC4-E81B-46DF-9546-0680FDFD5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CECB8C-228B-4450-8B9A-4904334DB3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45AACE-0F26-4D90-82C1-DB63E26FBF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AEE764-D812-48CD-B1AB-D39C90A2C1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3452e1c5b4cd6" /><Relationship Type="http://schemas.openxmlformats.org/officeDocument/2006/relationships/slideLayout" Target="/ppt/slideLayouts/slideLayout1.xml" Id="Ra9f729f18eb64f24" /><Relationship Type="http://schemas.openxmlformats.org/officeDocument/2006/relationships/slideLayout" Target="/ppt/slideLayouts/slideLayout2.xml" Id="Rda1ecab964b14589" /><Relationship Type="http://schemas.openxmlformats.org/officeDocument/2006/relationships/slideLayout" Target="/ppt/slideLayouts/slideLayout3.xml" Id="Reea96b7b87d94b7b" /><Relationship Type="http://schemas.openxmlformats.org/officeDocument/2006/relationships/slideLayout" Target="/ppt/slideLayouts/slideLayout4.xml" Id="Rcda6872dddc14f92" /><Relationship Type="http://schemas.openxmlformats.org/officeDocument/2006/relationships/slideLayout" Target="/ppt/slideLayouts/slideLayout5.xml" Id="R1927b14c8a9a440d" /><Relationship Type="http://schemas.openxmlformats.org/officeDocument/2006/relationships/slideLayout" Target="/ppt/slideLayouts/slideLayout6.xml" Id="R62683da87a3142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f729f18eb64f24"/>
    <p:sldLayoutId xmlns:r="http://schemas.openxmlformats.org/officeDocument/2006/relationships" id="2147483650" r:id="Rda1ecab964b14589"/>
    <p:sldLayoutId xmlns:r="http://schemas.openxmlformats.org/officeDocument/2006/relationships" id="2147483651" r:id="Reea96b7b87d94b7b"/>
    <p:sldLayoutId xmlns:r="http://schemas.openxmlformats.org/officeDocument/2006/relationships" id="2147483652" r:id="Rcda6872dddc14f92"/>
    <p:sldLayoutId xmlns:r="http://schemas.openxmlformats.org/officeDocument/2006/relationships" id="2147483653" r:id="R1927b14c8a9a440d"/>
    <p:sldLayoutId xmlns:r="http://schemas.openxmlformats.org/officeDocument/2006/relationships" id="2147483654" r:id="R62683da87a3142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d1c9c505f4fe5" /><Relationship Type="http://schemas.openxmlformats.org/officeDocument/2006/relationships/image" Target="/ppt/media/image.png" Id="Rec179f4123a54d3e" /><Relationship Type="http://schemas.openxmlformats.org/officeDocument/2006/relationships/notesSlide" Target="/ppt/notesSlides/notesSlide1.xml" Id="R156f31e2abc343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103da2b4445e0" /><Relationship Type="http://schemas.openxmlformats.org/officeDocument/2006/relationships/notesSlide" Target="/ppt/notesSlides/notesSlide2.xml" Id="R064e180374fd4f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6fe6c08f04983" /><Relationship Type="http://schemas.openxmlformats.org/officeDocument/2006/relationships/image" Target="/ppt/media/image.jpeg" Id="Rbc96740349df4385" /><Relationship Type="http://schemas.openxmlformats.org/officeDocument/2006/relationships/notesSlide" Target="/ppt/notesSlides/notesSlide3.xml" Id="R4ed963fad2ec47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8b01313354550" /><Relationship Type="http://schemas.openxmlformats.org/officeDocument/2006/relationships/image" Target="/ppt/media/image2.jpeg" Id="R04f4fe2ee41c4927" /><Relationship Type="http://schemas.openxmlformats.org/officeDocument/2006/relationships/notesSlide" Target="/ppt/notesSlides/notesSlide4.xml" Id="Re114ae5d91d344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1fd0ae3c54c02" /><Relationship Type="http://schemas.openxmlformats.org/officeDocument/2006/relationships/image" Target="/ppt/media/image3.jpeg" Id="R996a479210bd424e" /><Relationship Type="http://schemas.openxmlformats.org/officeDocument/2006/relationships/notesSlide" Target="/ppt/notesSlides/notesSlide5.xml" Id="Rb04ce123471b47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c22557000f4bdb" /><Relationship Type="http://schemas.openxmlformats.org/officeDocument/2006/relationships/notesSlide" Target="/ppt/notesSlides/notesSlide6.xml" Id="R19d9c985bf9748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01be5a5a04489" /><Relationship Type="http://schemas.openxmlformats.org/officeDocument/2006/relationships/notesSlide" Target="/ppt/notesSlides/notesSlide7.xml" Id="R5c7318ca3b0248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153fc138840a1" /><Relationship Type="http://schemas.openxmlformats.org/officeDocument/2006/relationships/notesSlide" Target="/ppt/notesSlides/notesSlide8.xml" Id="Re31a6e8f25a444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548a0994545e6" /><Relationship Type="http://schemas.openxmlformats.org/officeDocument/2006/relationships/notesSlide" Target="/ppt/notesSlides/notesSlide9.xml" Id="R7c6c2d91601142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BE462-87F7-425C-8672-3336B2B0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WhyCode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707CA-168D-423A-82E9-9A913851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A"/>
                </a:solidFill>
                <a:latin typeface="Arial"/>
                <a:ea typeface="Arial"/>
                <a:cs typeface="Arial"/>
              </a:rPr>
              <a:t>WhyCode  /  HackFront India                                      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43940-F1E4-44D8-921C-411ABDC5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819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Why The Code Is Like This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7EB33-0AFC-4AF1-AD7A-BBF31854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55B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55B3C"/>
                </a:solidFill>
                <a:latin typeface="Arial"/>
                <a:ea typeface="Arial"/>
                <a:cs typeface="Arial"/>
              </a:rPr>
              <a:t>Evidence-backed repository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8C600-EC10-4D8E-8083-D292C017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Read the code. Trace the change.</a:t>
            </a:r>
          </a:p>
          <a:p xmlns:a="http://schemas.openxmlformats.org/drawingml/2006/main">
            <a:pPr>
              <a:defRPr sz="21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Understand the decision.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00F92-94E2-4299-A40B-2FD1011263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79f4123a54d3e"/>
          <a:stretch xmlns:a="http://schemas.openxmlformats.org/drawingml/2006/main"/>
        </p:blipFill>
        <p:spPr>
          <a:xfrm xmlns:a="http://schemas.openxmlformats.org/drawingml/2006/main">
            <a:off x="9334500" y="1809750"/>
            <a:ext cx="2047875" cy="2047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61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3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C56F9-A621-4B2A-8EF3-D7858778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The context is scattered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E0FBA-4C1E-46C9-997A-2EAE3E4F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E2D6"/>
                </a:solidFill>
                <a:latin typeface="Arial"/>
                <a:ea typeface="Arial"/>
                <a:cs typeface="Arial"/>
              </a:rPr>
              <a:t>WhyCode  /  HackFront India                                     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37AEC-A7AC-4271-98A2-1954CCE0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“What changed?” is easier to answer</a:t>
            </a:r>
          </a:p>
          <a:p xmlns:a="http://schemas.openxmlformats.org/drawingml/2006/main">
            <a:pPr>
              <a:defRPr sz="35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than “Why did it change?”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B72A4-BA0A-493B-9E70-8FBE416E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A developer must connect source files, commits,</a:t>
            </a:r>
          </a:p>
          <a:p xmlns:a="http://schemas.openxmlformats.org/drawingml/2006/main">
            <a:pPr>
              <a:defRPr sz="23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pull requests and issues to reconstruct the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B7015-2868-4A07-8B7E-85FA5E32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For onboarding developers, contributors and maintainers</a:t>
            </a:r>
          </a:p>
        </p:txBody>
      </p:sp>
    </p:spTree>
    <p:extLst>
      <p:ext uri="{BB962C8B-B14F-4D97-AF65-F5344CB8AC3E}">
        <p14:creationId xmlns:p14="http://schemas.microsoft.com/office/powerpoint/2010/main" val="2075200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C2F69-DDAB-48F5-8632-E69A74C1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Connect a repository. Ask a focused question.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84FCE-7844-4322-A1A0-63300C1D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A"/>
                </a:solidFill>
                <a:latin typeface="Arial"/>
                <a:ea typeface="Arial"/>
                <a:cs typeface="Arial"/>
              </a:rPr>
              <a:t>WhyCode  /  HackFront India                                      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E4685-CF97-4E98-A3B3-F8CADFCB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Public exploration works without an account. Coverage is bounded.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A7AA9-646E-40C1-968F-31FBA91E2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6740349df4385"/>
          <a:stretch xmlns:a="http://schemas.openxmlformats.org/drawingml/2006/main"/>
        </p:blipFill>
        <p:spPr>
          <a:xfrm xmlns:a="http://schemas.openxmlformats.org/drawingml/2006/main">
            <a:off x="2978081" y="1971675"/>
            <a:ext cx="6235837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64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3ED94-A7AC-4758-BE47-2DCB3287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Inspect the evidence behind the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E5797-3746-43D2-B9C8-446E8618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A"/>
                </a:solidFill>
                <a:latin typeface="Arial"/>
                <a:ea typeface="Arial"/>
                <a:cs typeface="Arial"/>
              </a:rPr>
              <a:t>WhyCode  /  HackFront India                                        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79360-DF16-41A0-945E-3E4F25498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4fe2ee41c4927"/>
          <a:stretch xmlns:a="http://schemas.openxmlformats.org/drawingml/2006/main"/>
        </p:blipFill>
        <p:spPr>
          <a:xfrm xmlns:a="http://schemas.openxmlformats.org/drawingml/2006/main">
            <a:off x="1207480" y="1571625"/>
            <a:ext cx="6586165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097B4-4221-45C4-8A38-01933CA7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280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01  Ask about a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AF6B1-933D-4A1A-8093-3FD54625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86125"/>
            <a:ext cx="280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02  Open the citation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D83E5-8683-4FB2-B947-39DDE4E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14875"/>
            <a:ext cx="280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55B3C"/>
                </a:solidFill>
                <a:latin typeface="Arial"/>
                <a:ea typeface="Arial"/>
                <a:cs typeface="Arial"/>
              </a:rPr>
              <a:t>03  Read the source</a:t>
            </a:r>
          </a:p>
        </p:txBody>
      </p:sp>
    </p:spTree>
    <p:extLst>
      <p:ext uri="{BB962C8B-B14F-4D97-AF65-F5344CB8AC3E}">
        <p14:creationId xmlns:p14="http://schemas.microsoft.com/office/powerpoint/2010/main" val="1514258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5D470-B539-4D5A-9175-A8533540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Follow connections back to their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AE0E4-ED5F-4638-8012-504D4078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A"/>
                </a:solidFill>
                <a:latin typeface="Arial"/>
                <a:ea typeface="Arial"/>
                <a:cs typeface="Arial"/>
              </a:rPr>
              <a:t>WhyCode  /  HackFront India                                      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25795-BC74-457E-9329-E563C245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Zoom, drag nodes and highlight the path from the repository root.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1852D-A081-4488-984D-9F3697BA6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a479210bd424e"/>
          <a:stretch xmlns:a="http://schemas.openxmlformats.org/drawingml/2006/main"/>
        </p:blipFill>
        <p:spPr>
          <a:xfrm xmlns:a="http://schemas.openxmlformats.org/drawingml/2006/main">
            <a:off x="2671699" y="1981200"/>
            <a:ext cx="6848602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0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3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6FA56-4578-409B-9FF1-88EC766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Evidence before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269E2-074C-4156-97CA-31B158AC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E2D6"/>
                </a:solidFill>
                <a:latin typeface="Arial"/>
                <a:ea typeface="Arial"/>
                <a:cs typeface="Arial"/>
              </a:rPr>
              <a:t>WhyCode  /  HackFront India                                     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401FB-1CFE-4060-A183-711F884D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Collect and retrieve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5AC8A-5785-44F1-81F2-2F0983F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Pinned files and a selected window</a:t>
            </a:r>
          </a:p>
          <a:p xmlns:a="http://schemas.openxmlformats.org/drawingml/2006/main">
            <a: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of changes and discussions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9DFA7-82F2-475D-A377-6B7141A5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Validate and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F26C1-1020-4CD5-B36D-293D6AD1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Citations and exact quotations checked;</a:t>
            </a:r>
          </a:p>
          <a:p xmlns:a="http://schemas.openxmlformats.org/drawingml/2006/main">
            <a:pPr>
              <a:defRPr sz="20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a separate model pass reviews claims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87173-BEC7-495E-A55F-82EA35B0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Answer with sources — or withhold when support is missing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19C9F-7F31-4184-BF81-99B93CB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Checks reduce risk; they do not guarantee semantic correctness.</a:t>
            </a:r>
          </a:p>
        </p:txBody>
      </p:sp>
    </p:spTree>
    <p:extLst>
      <p:ext uri="{BB962C8B-B14F-4D97-AF65-F5344CB8AC3E}">
        <p14:creationId xmlns:p14="http://schemas.microsoft.com/office/powerpoint/2010/main" val="1126079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0AE1E-89C0-4858-BE4A-CA2DC7A8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Technology with a clear responsibility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74A6F-77E6-4683-96AA-EF83E555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A"/>
                </a:solidFill>
                <a:latin typeface="Arial"/>
                <a:ea typeface="Arial"/>
                <a:cs typeface="Arial"/>
              </a:rPr>
              <a:t>WhyCode  /  HackFront India                                      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5B26C-09E0-4153-A248-DB4C0B47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Neo4j 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D33FE-6B99-4657-9317-892888A9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Public evidence relationships</a:t>
            </a:r>
          </a:p>
          <a:p xmlns:a="http://schemas.openxmlformats.org/drawingml/2006/main">
            <a: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and related-context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192E4-6ED2-4486-9BCB-EBCEE9D2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Supabase + Upstash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C50D8-E4B0-4FAC-9265-63BC777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742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Identity, saved work, encrypted runtime</a:t>
            </a:r>
          </a:p>
          <a:p xmlns:a="http://schemas.openxmlformats.org/drawingml/2006/main">
            <a: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records, job ownership and request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1D03E-DAC2-49D7-BC79-040BCA47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A55B3C"/>
                </a:solidFill>
                <a:latin typeface="Arial"/>
                <a:ea typeface="Arial"/>
                <a:cs typeface="Arial"/>
              </a:rPr>
              <a:t>Gemini + Sarvam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B0657-292D-41A2-9C19-FF4079BD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Answer generation and review; optional</a:t>
            </a:r>
          </a:p>
          <a:p xmlns:a="http://schemas.openxmlformats.org/drawingml/2006/main">
            <a: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Hindi/Hinglish for public explanations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333F6-2A10-4BCB-A4FA-1F1DCCE4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React + Express + Docker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3D9A9-01AC-4358-B795-F151153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4342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Typed browser/API workflow, GitHub</a:t>
            </a:r>
          </a:p>
          <a:p xmlns:a="http://schemas.openxmlformats.org/drawingml/2006/main">
            <a:pPr>
              <a:defRPr sz="2025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collection and Render deployment</a:t>
            </a:r>
          </a:p>
        </p:txBody>
      </p:sp>
    </p:spTree>
    <p:extLst>
      <p:ext uri="{BB962C8B-B14F-4D97-AF65-F5344CB8AC3E}">
        <p14:creationId xmlns:p14="http://schemas.microsoft.com/office/powerpoint/2010/main" val="7243591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27DA2-FE19-4581-9A2E-57895A3D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Clear ownership and tested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DA6FF-302F-4E0E-8132-B5BA9F89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A"/>
                </a:solidFill>
                <a:latin typeface="Arial"/>
                <a:ea typeface="Arial"/>
                <a:cs typeface="Arial"/>
              </a:rPr>
              <a:t>WhyCode  /  HackFront India                                     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292F7-0542-4341-8B88-4A9E8BCB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03F3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3F34"/>
                </a:solidFill>
                <a:latin typeface="Arial"/>
                <a:ea typeface="Arial"/>
                <a:cs typeface="Arial"/>
              </a:rPr>
              <a:t>Guest → optional import → account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73184-8EB7-41CC-BB1E-CC52D8BD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Temporary guest records; account-owned saved investigations.</a:t>
            </a:r>
          </a:p>
          <a:p xmlns:a="http://schemas.openxmlformats.org/drawingml/2006/main">
            <a:pPr>
              <a:defRPr sz="210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Private access requires separate read-only GitHub App permission.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73967-B432-48DD-AEF8-AD24F665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55B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5B3C"/>
                </a:solidFill>
                <a:latin typeface="Arial"/>
                <a:ea typeface="Arial"/>
                <a:cs typeface="Arial"/>
              </a:rPr>
              <a:t>109 tests in the latest documented verification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D96C3-2A3E-4213-BD28-C6BA72A2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API + frontend checks, plus both builds. Database integration checks</a:t>
            </a:r>
          </a:p>
          <a:p xmlns:a="http://schemas.openxmlformats.org/drawingml/2006/main">
            <a:pPr>
              <a:defRPr sz="1950" b="0">
                <a:solidFill>
                  <a:srgbClr val="243A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A32"/>
                </a:solidFill>
                <a:latin typeface="Arial"/>
                <a:ea typeface="Arial"/>
                <a:cs typeface="Arial"/>
              </a:rPr>
              <a:t>cover isolation, recovery and stale writes; no load/accuracy benchmark.</a:t>
            </a:r>
          </a:p>
        </p:txBody>
      </p:sp>
    </p:spTree>
    <p:extLst>
      <p:ext uri="{BB962C8B-B14F-4D97-AF65-F5344CB8AC3E}">
        <p14:creationId xmlns:p14="http://schemas.microsoft.com/office/powerpoint/2010/main" val="18025930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3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89D30-FF2F-4E87-BD46-E57A5F54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Try WhyCode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22D51-958A-48D4-95C8-9321F08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8E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E2D6"/>
                </a:solidFill>
                <a:latin typeface="Arial"/>
                <a:ea typeface="Arial"/>
                <a:cs typeface="Arial"/>
              </a:rPr>
              <a:t>WhyCode  /  HackFront India                                      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53A90-3343-416C-87DF-F49DA978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whycode-76qv.onrender.com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419FD-D867-4B25-997C-1E2971A7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github.com/Anilcodee/whycode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6A47C-C245-4BE3-9DB4-727B4C80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Demo: guest access or configured Google/GitHub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A4E2C-23F7-4BAF-8D27-D53C313B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Render Free may sleep. Public email delivery awaits custom SMTP.</a:t>
            </a:r>
          </a:p>
          <a:p xmlns:a="http://schemas.openxmlformats.org/drawingml/2006/main">
            <a:pPr>
              <a:defRPr sz="180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Indexing and retrieval are bounded; model mistakes remain possible.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0DD4A-22AE-430F-9D32-FD8D0BF4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AI disclosure: Codex assisted development and documentation.</a:t>
            </a:r>
          </a:p>
          <a:p xmlns:a="http://schemas.openxmlformats.org/drawingml/2006/main">
            <a:pPr>
              <a:defRPr sz="1650" b="0">
                <a:solidFill>
                  <a:srgbClr val="DFE7D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FE7DE"/>
                </a:solidFill>
                <a:latin typeface="Arial"/>
                <a:ea typeface="Arial"/>
                <a:cs typeface="Arial"/>
              </a:rPr>
              <a:t>Gemini and Sarvam power the described runtime AI features.</a:t>
            </a:r>
          </a:p>
        </p:txBody>
      </p:sp>
    </p:spTree>
    <p:extLst>
      <p:ext uri="{BB962C8B-B14F-4D97-AF65-F5344CB8AC3E}">
        <p14:creationId xmlns:p14="http://schemas.microsoft.com/office/powerpoint/2010/main" val="2021375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2026-10-31T06:30:18.4530000Z</dcterms:created>
  <dcterms:modified xsi:type="dcterms:W3CDTF">2026-10-31T06:30:18.4530000Z</dcterms:modified>
</coreProperties>
</file>